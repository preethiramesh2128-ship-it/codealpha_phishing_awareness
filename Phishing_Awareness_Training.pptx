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13248" y="1005840"/>
            <a:ext cx="1371600" cy="13716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4" name="Text 2"/>
          <p:cNvSpPr/>
          <p:nvPr/>
        </p:nvSpPr>
        <p:spPr>
          <a:xfrm>
            <a:off x="5413248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 Engineering Attacks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Task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760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someone impersonates a trusted source (a bank, coworker, IT department, or well-known brand) to trick a victim into: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65176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passwords or personal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218688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malicious link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785616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75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 infected attachment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242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fraudulent payment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234440"/>
            <a:ext cx="5029200" cy="48463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949440" y="3017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cyberattacks start with a phishing email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5623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threat reports (Verizon DBIR, Proofpoint)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Works: The Psychology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pressure short-circuits careful thinking.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50876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0574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IT admin makes people reluctant to question the request.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50876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98280" y="1481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0574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action, or account loss trigger a panicked, fast response.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8130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/ Reward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prize" or a mysterious invoice tempts people to click without thinking.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84048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38130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389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logos, real employee names, and familiar formatting borrow legitimacy.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98280" y="38130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8200" y="4389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2 hours left to verify" pushes victims to skip normal verification steps.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4" name="Shape 2"/>
          <p:cNvSpPr/>
          <p:nvPr/>
        </p:nvSpPr>
        <p:spPr>
          <a:xfrm>
            <a:off x="2080260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20802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fraudulent emails sent to thousands of targets.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9" name="Shape 7"/>
          <p:cNvSpPr/>
          <p:nvPr/>
        </p:nvSpPr>
        <p:spPr>
          <a:xfrm>
            <a:off x="5920740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59207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targeted, personalized message aimed at one person or org.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1220" y="150876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97612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5603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high-value targets.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9" name="Shape 17"/>
          <p:cNvSpPr/>
          <p:nvPr/>
        </p:nvSpPr>
        <p:spPr>
          <a:xfrm>
            <a:off x="2080260" y="384048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20802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24" name="Shape 22"/>
          <p:cNvSpPr/>
          <p:nvPr/>
        </p:nvSpPr>
        <p:spPr>
          <a:xfrm>
            <a:off x="5920740" y="384048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9207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0" y="4526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892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phishing, often impersonating support or bank staff.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3611880" cy="210312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29" name="Shape 27"/>
          <p:cNvSpPr/>
          <p:nvPr/>
        </p:nvSpPr>
        <p:spPr>
          <a:xfrm>
            <a:off x="9761220" y="384048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97612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12480" y="4526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4892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copy of a real email, with links swapped out.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 — Red Flags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6675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667512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</a:t>
            </a:r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IT-Support@paypa1-secure.com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</a:t>
            </a:r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URGENT: Your account will be suspended today!!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950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Dear Customer,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735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detected unusual activity. Click below within 2 hours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verify your identity or your account will be permanently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04164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42569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0974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VERIFY MY ACCOUNT NOW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Regards, Security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143000"/>
            <a:ext cx="40233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Check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18120" y="187452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181051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is misspelled (paypa1, not paypal)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288036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28163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("2 hours", "suspended today")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388620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82219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actual name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8120" y="489204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48280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Suspicious/mismatched link hidden behind a button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/ Spoofed Websites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misspellings, extra words, or a different domain ending (.net instead of .com).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HTTPS — but don't trust it blindly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only means the connection is encrypted, not that the site is legitimate.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over a link shows the real destination URL in most browsers/email clients.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206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poor design &amp; typos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572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brands rarely ship pages with broken layouts or spelling errors.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from an email link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type the company's known URL directly into your browser.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Practices: Do's and Don'ts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EAF7EF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1280160"/>
            <a:ext cx="5440680" cy="484632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requests via a separate, known channel (call the bank yourself)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suspicious emails to IT/security immediately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multi-factor authentication everywhere possible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software and browsers updated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Double-check sender addresses, not just display names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links or open attachments from unexpected senders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Reuse the same password across multiple sites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out credentials or OTP codes over phone/email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343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 urgency = legitimacy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5120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 a message just because it has the right logo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Clicked or Responded — What To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0624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4" name="Shape 2"/>
          <p:cNvSpPr/>
          <p:nvPr/>
        </p:nvSpPr>
        <p:spPr>
          <a:xfrm>
            <a:off x="1531620" y="173736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5316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device off Wi-Fi/network to limit spread if malware may be involved.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32918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420624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0" name="Shape 8"/>
          <p:cNvSpPr/>
          <p:nvPr/>
        </p:nvSpPr>
        <p:spPr>
          <a:xfrm>
            <a:off x="4366260" y="173736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1089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reset the password for the account involved, and any reused elsewhere.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32918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20624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0900" y="173736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5508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1089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 or email provider right away — don't stay silent.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52560" y="1463040"/>
            <a:ext cx="2606040" cy="4206240"/>
          </a:xfrm>
          <a:prstGeom prst="rect">
            <a:avLst/>
          </a:prstGeom>
          <a:solidFill>
            <a:srgbClr val="232E4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35540" y="173736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55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8972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81160" y="31089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accounts and statements for unusual activity over the following weeks.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Quiz: Spot the Phish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(Discuss as a group, then check the answer key on the next slide)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"support@amaz0n-billing.net" asks you to confirm your card details within 1 hour. Legit or phishing?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2900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24612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"CEO" texts asking you to urgently buy gift cards and send the codes. Legit or phishing?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8006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colleague's email account, previously compromised, sends you a link that looks like a shared Google Doc you were expecting. Legit or phishing?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Phishing — misspelled domain (amaz0n) + urgency pressure.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Phishing — classic "gift card scam" impersonating an executive; verify via a separate channel.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Phishing (Clone Phishing) — compromised legitimate accounts are commonly used to spread convincing fake links.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When in doubt, don't click — verify independently through a channel you already trust.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Phishing Awareness Training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Secure.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• Verify before you trust • Think before you click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CISA Phishing Guidance (cisa.gov)  |  OWASP Social Engineering  |  Google Phishing Quiz (phishingquiz.withgoogle.com)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Task 2: Phishing Awareness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2026-07-14T02:07:35Z</dcterms:created>
  <dcterms:modified xsi:type="dcterms:W3CDTF">2026-07-14T02:07:35Z</dcterms:modified>
</cp:coreProperties>
</file>